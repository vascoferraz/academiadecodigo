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d3bccfd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d3bccfd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d3bccfd1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d3bccfd1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d3bccfd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d3bccfd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d3bccfd1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d3bccfd1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d3bccfd1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d3bccfd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d3bccfd1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d3bccfd1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d3264002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d3264002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3264002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3264002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3264002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3264002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3264002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3264002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32640021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32640021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32640021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32640021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d32640021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d32640021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32640021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32640021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d32640021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d32640021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d32640021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d32640021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d32640021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d32640021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d32640021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d32640021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d32640021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d32640021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d32640021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d32640021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select the Ohm's law equation: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638" y="1017725"/>
            <a:ext cx="2846725" cy="18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67950"/>
            <a:ext cx="8839201" cy="167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are the 4 pillars of OOP?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84525"/>
            <a:ext cx="8839200" cy="165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0500" y="1017725"/>
            <a:ext cx="2943000" cy="19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method overloading in Java?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825" y="1017725"/>
            <a:ext cx="2404350" cy="160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375" y="3095425"/>
            <a:ext cx="8839200" cy="159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methods can be overriden.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188" y="1017725"/>
            <a:ext cx="3191625" cy="21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97875"/>
            <a:ext cx="8839200" cy="133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abstract class can't be instantiated.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700" y="1017725"/>
            <a:ext cx="3236600" cy="21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60275"/>
            <a:ext cx="8839202" cy="1160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subsclass that extends from its superclass...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150" y="1017725"/>
            <a:ext cx="2921700" cy="219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61400"/>
            <a:ext cx="8671103" cy="16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 are ordered and allow duplicate values.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125" y="1227675"/>
            <a:ext cx="2741750" cy="182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375" y="3440325"/>
            <a:ext cx="8839202" cy="1184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are unordered and do not allow duplicate elements.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900" y="1017725"/>
            <a:ext cx="2914200" cy="19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25325"/>
            <a:ext cx="8839200" cy="1232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Is Java a fully object-oriented programming language?</a:t>
            </a:r>
            <a:endParaRPr sz="4200"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63" y="1017725"/>
            <a:ext cx="4743675" cy="200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77075"/>
            <a:ext cx="8839198" cy="171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Polymorphism is the ability to: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050" y="1017725"/>
            <a:ext cx="3963900" cy="21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27550"/>
            <a:ext cx="8839200" cy="1593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The garbage collector periodically eliminates variables without any references on the heap.</a:t>
            </a:r>
            <a:endParaRPr sz="1620"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102" y="1017725"/>
            <a:ext cx="3095800" cy="206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65375"/>
            <a:ext cx="8839202" cy="1205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triple equal "===" in JavaScript:</a:t>
            </a:r>
            <a:endParaRPr sz="4200"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99600"/>
            <a:ext cx="8839200" cy="1640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are the various types of relationships in databases?</a:t>
            </a:r>
            <a:endParaRPr sz="4200"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350" y="1017725"/>
            <a:ext cx="2629301" cy="17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23000"/>
            <a:ext cx="8839198" cy="1748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primary key?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1163" y="1017725"/>
            <a:ext cx="3041675" cy="20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97900"/>
            <a:ext cx="8839200" cy="1668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JavaScript is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625" y="1017725"/>
            <a:ext cx="2756751" cy="183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7950"/>
            <a:ext cx="8839199" cy="1655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/>
              <a:t>I</a:t>
            </a:r>
            <a:r>
              <a:rPr lang="en" sz="1300"/>
              <a:t>n JavaScript, primitive data types are passed by value and non-primitive data types are passed by reference.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625" y="1017725"/>
            <a:ext cx="2756751" cy="183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7950"/>
            <a:ext cx="8839200" cy="1262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Hoisting is a JavaScript mechanism where variables and function declarations...</a:t>
            </a:r>
            <a:endParaRPr sz="1820"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813" y="1017725"/>
            <a:ext cx="2838375" cy="18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62375"/>
            <a:ext cx="8839200" cy="1607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Closures is an ability of a function to...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29575"/>
            <a:ext cx="8839200" cy="1646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is an Immediately Invoked Function (IIFE) in JavaScript?</a:t>
            </a:r>
            <a:endParaRPr sz="2320"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138" y="1017725"/>
            <a:ext cx="2921725" cy="19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17949"/>
            <a:ext cx="8839200" cy="1654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top 4 Master Coders are:</a:t>
            </a: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575" y="1017725"/>
            <a:ext cx="2456850" cy="16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375" y="3047950"/>
            <a:ext cx="8839200" cy="15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