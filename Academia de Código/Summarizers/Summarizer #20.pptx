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78634fe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78634f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b78634fe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b78634fe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b78634fed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b78634fed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78634fed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78634fed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78634fed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78634fe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78634fed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78634fed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78634fe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78634fe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78634fed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78634fed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b78634fed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b78634fed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78634fed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78634fed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78634fed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78634fed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78634fed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78634fed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b78634fed4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b78634fed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January 2021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190500"/>
            <a:ext cx="71437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/>
              <a:t>Why </a:t>
            </a:r>
            <a:r>
              <a:rPr lang="en" sz="2650"/>
              <a:t>Object Oriented Programming?</a:t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913" y="3030225"/>
            <a:ext cx="2179325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0225" y="937013"/>
            <a:ext cx="965225" cy="9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667800" y="3895175"/>
            <a:ext cx="18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Reusable code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6119738" y="1985363"/>
            <a:ext cx="20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Easier to maintain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4072300" y="3394700"/>
            <a:ext cx="22500" cy="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353325" y="4244550"/>
            <a:ext cx="12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Scalability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88" y="1431125"/>
            <a:ext cx="4570725" cy="2396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object?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75" y="1080675"/>
            <a:ext cx="5360575" cy="28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758950" y="1489700"/>
            <a:ext cx="20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has (Proprieties)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5758950" y="3162775"/>
            <a:ext cx="21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can do (Methods)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an object?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1662838"/>
            <a:ext cx="3240725" cy="18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82520" y="3662475"/>
            <a:ext cx="243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Blueprint (set of </a:t>
            </a:r>
            <a:r>
              <a:rPr lang="en"/>
              <a:t>specifications)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6594150" y="3928500"/>
            <a:ext cx="9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3618075" y="2271539"/>
            <a:ext cx="1478400" cy="62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673" y="1361038"/>
            <a:ext cx="3671163" cy="244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2205" y="1500192"/>
            <a:ext cx="771350" cy="7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617225" y="1335075"/>
            <a:ext cx="72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method is a functionality that is designed in the blueprint (class).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9175"/>
            <a:ext cx="3892634" cy="304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434" y="1949175"/>
            <a:ext cx="4184796" cy="304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26" y="497850"/>
            <a:ext cx="7701274" cy="414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overloading &amp;&amp; passing arguments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79807" cy="3177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4607" y="1170125"/>
            <a:ext cx="4506993" cy="36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818500" y="1136025"/>
            <a:ext cx="64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constructor is a method used to create an object. </a:t>
            </a:r>
            <a:endParaRPr sz="1600"/>
          </a:p>
        </p:txBody>
      </p:sp>
      <p:sp>
        <p:nvSpPr>
          <p:cNvPr id="118" name="Google Shape;118;p21"/>
          <p:cNvSpPr txBox="1"/>
          <p:nvPr/>
        </p:nvSpPr>
        <p:spPr>
          <a:xfrm>
            <a:off x="818500" y="1685425"/>
            <a:ext cx="64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Responsible for initializing the object.</a:t>
            </a:r>
            <a:endParaRPr sz="1600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763" y="2116525"/>
            <a:ext cx="3060163" cy="27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58925" y="389125"/>
            <a:ext cx="349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Declare the constructor</a:t>
            </a:r>
            <a:endParaRPr/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5238600" y="389125"/>
            <a:ext cx="349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constructor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14225"/>
            <a:ext cx="4267201" cy="3583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4225"/>
            <a:ext cx="4237327" cy="387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</a:t>
            </a: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5850175" y="445025"/>
            <a:ext cx="8248500" cy="1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825" y="1561038"/>
            <a:ext cx="4632750" cy="30137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0" y="1561038"/>
            <a:ext cx="436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Provides an interface for the object behaviour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0" y="2093538"/>
            <a:ext cx="507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Improves maintainability, flexibility and reusability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0" y="2626050"/>
            <a:ext cx="507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Allows to implement read-only/write-only access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and setters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525" y="211887"/>
            <a:ext cx="4022278" cy="47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0" y="1079600"/>
            <a:ext cx="4696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569">
                <a:solidFill>
                  <a:schemeClr val="dk2"/>
                </a:solidFill>
              </a:rPr>
              <a:t>Getter to return the instance variable (or property)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0" y="1505900"/>
            <a:ext cx="4696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69">
                <a:solidFill>
                  <a:schemeClr val="dk2"/>
                </a:solidFill>
              </a:rPr>
              <a:t>Setter to set the new value to the instance variable</a:t>
            </a:r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0" y="1922225"/>
            <a:ext cx="4696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69">
                <a:solidFill>
                  <a:schemeClr val="dk2"/>
                </a:solidFill>
              </a:rPr>
              <a:t>Instance variables should be hidden (private)</a:t>
            </a:r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0" y="2348525"/>
            <a:ext cx="4696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69">
                <a:solidFill>
                  <a:schemeClr val="dk2"/>
                </a:solidFill>
              </a:rPr>
              <a:t>To access an instance variable we must create a method (public)</a:t>
            </a:r>
            <a:endParaRPr sz="1569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30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</a:t>
            </a:r>
            <a:r>
              <a:rPr lang="en"/>
              <a:t> the data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300" y="152400"/>
            <a:ext cx="538887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Thank you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